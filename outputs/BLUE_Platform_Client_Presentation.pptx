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5e5387dae4edd" /><Relationship Type="http://schemas.openxmlformats.org/officeDocument/2006/relationships/extended-properties" Target="/docProps/app.xml" Id="R23ff156803da408f" /><Relationship Type="http://schemas.openxmlformats.org/officeDocument/2006/relationships/officeDocument" Target="/ppt/presentation.xml" Id="Raef2dc13d3f04d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0ffab90baf4592"/>
  </p:sldMasterIdLst>
  <p:notesMasterIdLst>
    <p:notesMasterId xmlns:r="http://schemas.openxmlformats.org/officeDocument/2006/relationships" r:id="R7f60623bccb44f8f"/>
  </p:notesMasterIdLst>
  <p:sldIdLst>
    <p:sldId xmlns:r="http://schemas.openxmlformats.org/officeDocument/2006/relationships" id="256" r:id="R34ffb1b898c64ace"/>
    <p:sldId xmlns:r="http://schemas.openxmlformats.org/officeDocument/2006/relationships" id="257" r:id="Ra36269f573c04e96"/>
    <p:sldId xmlns:r="http://schemas.openxmlformats.org/officeDocument/2006/relationships" id="258" r:id="Rb566c6ad94934d46"/>
    <p:sldId xmlns:r="http://schemas.openxmlformats.org/officeDocument/2006/relationships" id="259" r:id="Rafa78df975d84861"/>
    <p:sldId xmlns:r="http://schemas.openxmlformats.org/officeDocument/2006/relationships" id="260" r:id="R44654bb4c099489b"/>
    <p:sldId xmlns:r="http://schemas.openxmlformats.org/officeDocument/2006/relationships" id="261" r:id="R7e95bc2cc4cf421c"/>
    <p:sldId xmlns:r="http://schemas.openxmlformats.org/officeDocument/2006/relationships" id="262" r:id="Re814037f21f746db"/>
    <p:sldId xmlns:r="http://schemas.openxmlformats.org/officeDocument/2006/relationships" id="263" r:id="Rb2cec1342ab549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762fc48fd9419e" /><Relationship Type="http://schemas.openxmlformats.org/officeDocument/2006/relationships/slideMaster" Target="/ppt/slideMasters/slideMaster1.xml" Id="Rea0ffab90baf4592" /><Relationship Type="http://schemas.openxmlformats.org/officeDocument/2006/relationships/notesMaster" Target="/ppt/notesMasters/notesMaster1.xml" Id="R7f60623bccb44f8f" /><Relationship Type="http://schemas.openxmlformats.org/officeDocument/2006/relationships/presProps" Target="/ppt/presProps.xml" Id="Rffa6bcdaccfa4fec" /><Relationship Type="http://schemas.openxmlformats.org/officeDocument/2006/relationships/tableStyles" Target="/ppt/tableStyles.xml" Id="R644618ef5e80406e" /><Relationship Type="http://schemas.openxmlformats.org/officeDocument/2006/relationships/slide" Target="/ppt/slides/slide1.xml" Id="R34ffb1b898c64ace" /><Relationship Type="http://schemas.openxmlformats.org/officeDocument/2006/relationships/slide" Target="/ppt/slides/slide2.xml" Id="Ra36269f573c04e96" /><Relationship Type="http://schemas.openxmlformats.org/officeDocument/2006/relationships/slide" Target="/ppt/slides/slide3.xml" Id="Rb566c6ad94934d46" /><Relationship Type="http://schemas.openxmlformats.org/officeDocument/2006/relationships/slide" Target="/ppt/slides/slide4.xml" Id="Rafa78df975d84861" /><Relationship Type="http://schemas.openxmlformats.org/officeDocument/2006/relationships/slide" Target="/ppt/slides/slide5.xml" Id="R44654bb4c099489b" /><Relationship Type="http://schemas.openxmlformats.org/officeDocument/2006/relationships/slide" Target="/ppt/slides/slide6.xml" Id="R7e95bc2cc4cf421c" /><Relationship Type="http://schemas.openxmlformats.org/officeDocument/2006/relationships/slide" Target="/ppt/slides/slide7.xml" Id="Re814037f21f746db" /><Relationship Type="http://schemas.openxmlformats.org/officeDocument/2006/relationships/slide" Target="/ppt/slides/slide8.xml" Id="Rb2cec1342ab5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ffe9129042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f710463224783" /><Relationship Type="http://schemas.openxmlformats.org/officeDocument/2006/relationships/notesMaster" Target="/ppt/notesMasters/notesMaster1.xml" Id="Rc3d26d7f10c74f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cedc01aa44b49" /><Relationship Type="http://schemas.openxmlformats.org/officeDocument/2006/relationships/notesMaster" Target="/ppt/notesMasters/notesMaster1.xml" Id="R1dcaa346084949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a316e954e481f" /><Relationship Type="http://schemas.openxmlformats.org/officeDocument/2006/relationships/notesMaster" Target="/ppt/notesMasters/notesMaster1.xml" Id="R3532340d4718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b778aa85a2441c" /><Relationship Type="http://schemas.openxmlformats.org/officeDocument/2006/relationships/notesMaster" Target="/ppt/notesMasters/notesMaster1.xml" Id="Ra21a56280376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b425832c84377" /><Relationship Type="http://schemas.openxmlformats.org/officeDocument/2006/relationships/notesMaster" Target="/ppt/notesMasters/notesMaster1.xml" Id="Rfc5d61e2f7484e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10dee820944ef" /><Relationship Type="http://schemas.openxmlformats.org/officeDocument/2006/relationships/notesMaster" Target="/ppt/notesMasters/notesMaster1.xml" Id="R2e96d234e86749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c758ab51c4b5a" /><Relationship Type="http://schemas.openxmlformats.org/officeDocument/2006/relationships/notesMaster" Target="/ppt/notesMasters/notesMaster1.xml" Id="R2e3c58af6b3648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316fc0bcbc4535" /><Relationship Type="http://schemas.openxmlformats.org/officeDocument/2006/relationships/notesMaster" Target="/ppt/notesMasters/notesMaster1.xml" Id="R20c350a658c5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4dd38a92a46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11999c6ab84787" /><Relationship Type="http://schemas.openxmlformats.org/officeDocument/2006/relationships/slideLayout" Target="/ppt/slideLayouts/slideLayout1.xml" Id="R510ce5aa0423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ce5aa0423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6be823b824d79" /><Relationship Type="http://schemas.openxmlformats.org/officeDocument/2006/relationships/image" Target="/ppt/media/image.png" Id="R694603d354e44e32" /><Relationship Type="http://schemas.openxmlformats.org/officeDocument/2006/relationships/notesSlide" Target="/ppt/notesSlides/notesSlide1.xml" Id="Rf47d38efb741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4d3bf5f9542dd" /><Relationship Type="http://schemas.openxmlformats.org/officeDocument/2006/relationships/image" Target="/ppt/media/image2.png" Id="R73777476d3fc42f0" /><Relationship Type="http://schemas.openxmlformats.org/officeDocument/2006/relationships/notesSlide" Target="/ppt/notesSlides/notesSlide2.xml" Id="R19c3fdf4df0f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87b64f6ce4a4b" /><Relationship Type="http://schemas.openxmlformats.org/officeDocument/2006/relationships/notesSlide" Target="/ppt/notesSlides/notesSlide3.xml" Id="Rd0ade02069984d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8bbb0581a40ed" /><Relationship Type="http://schemas.openxmlformats.org/officeDocument/2006/relationships/image" Target="/ppt/media/image3.png" Id="R12af9dc7900d471b" /><Relationship Type="http://schemas.openxmlformats.org/officeDocument/2006/relationships/notesSlide" Target="/ppt/notesSlides/notesSlide4.xml" Id="R19b0d7e0d86c49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e0eb343d4b9e" /><Relationship Type="http://schemas.openxmlformats.org/officeDocument/2006/relationships/image" Target="/ppt/media/image4.png" Id="R3d7b6efbaeab4dfe" /><Relationship Type="http://schemas.openxmlformats.org/officeDocument/2006/relationships/notesSlide" Target="/ppt/notesSlides/notesSlide5.xml" Id="Ra16af1d4652546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6be5b985b4b60" /><Relationship Type="http://schemas.openxmlformats.org/officeDocument/2006/relationships/image" Target="/ppt/media/image5.png" Id="R3ade5401f571472e" /><Relationship Type="http://schemas.openxmlformats.org/officeDocument/2006/relationships/notesSlide" Target="/ppt/notesSlides/notesSlide6.xml" Id="R97933dc2e7214f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88cf73ae24566" /><Relationship Type="http://schemas.openxmlformats.org/officeDocument/2006/relationships/image" Target="/ppt/media/image6.png" Id="R4c73dcc9e3464a95" /><Relationship Type="http://schemas.openxmlformats.org/officeDocument/2006/relationships/notesSlide" Target="/ppt/notesSlides/notesSlide7.xml" Id="Rd8fada1aafb8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03030315545ca" /><Relationship Type="http://schemas.openxmlformats.org/officeDocument/2006/relationships/image" Target="/ppt/media/image7.png" Id="R083d5afb3b95413f" /><Relationship Type="http://schemas.openxmlformats.org/officeDocument/2006/relationships/notesSlide" Target="/ppt/notesSlides/notesSlide8.xml" Id="Reaf170acde7248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603d354e44e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3AB32-6BEA-4D46-893C-6188B61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DD5C2-426C-4037-85F9-EAC1BF22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D28D4-490E-449E-9198-4575E92D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7"/>
                </a:solidFill>
              </a:defRPr>
            </a:pPr>
            <a:r>
              <a:rPr sz="1950" b="1">
                <a:solidFill>
                  <a:srgbClr val="020617"/>
                </a:solidFill>
              </a:rPr>
              <a:t>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259B-CFCD-4DC0-A1F5-51FEBC3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24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67A1C-D3E9-43CB-A90D-E435AB5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19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Blue Economy Livelihoods Unified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5482-FEC6-488B-8982-E94B240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0F2FE"/>
                </a:solidFill>
              </a:defRPr>
            </a:pPr>
            <a:r>
              <a:rPr sz="1800">
                <a:solidFill>
                  <a:srgbClr val="E0F2FE"/>
                </a:solidFill>
              </a:rPr>
              <a:t>A secure fisheries, BMU, compliance, reporting, and governance platform for counties, officers, NGOs, donors, and coastal communities.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84C98-0AA9-4FEB-8339-46E2C991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Production software, not a paper workflow</a:t>
            </a:r>
          </a:p>
        </p:txBody>
      </p:sp>
    </p:spTree>
    <p:extLst>
      <p:ext uri="{BB962C8B-B14F-4D97-AF65-F5344CB8AC3E}">
        <p14:creationId xmlns:p14="http://schemas.microsoft.com/office/powerpoint/2010/main" val="1574040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77476d3fc42f0"/>
          <a:srcRect xmlns:a="http://schemas.openxmlformats.org/drawingml/2006/main" l="36321" t="0" r="363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D0B9F-84AC-4B42-A913-A0DF5DB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BAA2-6B78-409C-8044-B4F13627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21C4C-3EC1-4E68-8209-8A7A808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7"/>
                </a:solidFill>
              </a:defRPr>
            </a:pPr>
            <a:r>
              <a:rPr sz="3000" b="1">
                <a:solidFill>
                  <a:srgbClr val="020617"/>
                </a:solidFill>
              </a:rPr>
              <a:t>Paper records slow down fisheries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D4B6B-F184-4B30-A286-7FE55E82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BMUs and officers need one secure place to capture, verify, retrieve, and report operational data without repeated paperwork.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A8C03-E49A-4E26-8EB9-6C43B32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19087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A0BF-6D06-418D-9526-0494A19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9529C-036E-4AD1-83DF-AF3D9206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Scattered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B7893-56ED-4C23-BA7E-554ECFA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733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Membership, vessel, patrol, certificate, and payment details are difficult to search 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AAB3D-6D59-4F1E-BC4F-154DD41D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319087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0D32B-5563-457E-ABEF-7FFC3D7A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E7142-181E-4132-8B90-385BE0C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Slow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ABD43-2129-410D-BC39-66359C4E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57600"/>
            <a:ext cx="2733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County and national teams cannot easily see clean operational status across BMUs.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B7A0D-3872-43F4-8AB0-81D5558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319087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100A1-2EF9-4AE5-A2F1-5766D24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361BC-1419-4ACD-811C-5B74FA3B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Weak traceability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56AE1-A264-40F6-86A5-6D4D32F3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2733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Manual approvals, inspections, and exports make accountability harder to prove.</a:t>
            </a:r>
          </a:p>
        </p:txBody>
      </p:sp>
    </p:spTree>
    <p:extLst>
      <p:ext uri="{BB962C8B-B14F-4D97-AF65-F5344CB8AC3E}">
        <p14:creationId xmlns:p14="http://schemas.microsoft.com/office/powerpoint/2010/main" val="563463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442D1-61C1-4A17-A75A-A6D4813E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F79E9-DC31-47EA-9C05-099C165B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7"/>
                </a:solidFill>
              </a:defRPr>
            </a:pPr>
            <a:r>
              <a:rPr sz="3000" b="1">
                <a:solidFill>
                  <a:srgbClr val="020617"/>
                </a:solidFill>
              </a:rPr>
              <a:t>BLUE turns BMU operations into connected digital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BA527-4206-4D6A-81CE-7564E955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The system organizes users, locations, records, documents, approvals, and reports around real role-based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1853A-B4B7-4866-84FC-7AF359E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C7AF6-D620-439A-B40E-F766B37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00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985"/>
          </a:solidFill>
          <a:ln xmlns:a="http://schemas.openxmlformats.org/drawingml/2006/main" w="0">
            <a:solidFill>
              <a:srgbClr val="0759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CB56F-A8BC-440D-A3A0-D3F4DAFF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50487-400D-406B-A988-801D6C8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9F91E-5BCE-4708-97C4-95DBF187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1E341-9144-4F8D-A6F5-4DABCF6E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0F23B-A053-4A71-AC62-49F6E091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FFAFE"/>
                </a:solidFill>
              </a:defRPr>
            </a:pPr>
            <a:r>
              <a:rPr sz="1125" b="1">
                <a:solidFill>
                  <a:srgbClr val="CFFAFE"/>
                </a:solidFill>
              </a:rPr>
              <a:t>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5E67C-120F-4701-88B3-06E598B1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D44E5-D6B2-4AB4-AAC5-4814F1DE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529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FFAFE"/>
                </a:solidFill>
              </a:defRPr>
            </a:pPr>
            <a:r>
              <a:rPr sz="1125" b="1">
                <a:solidFill>
                  <a:srgbClr val="CFFAFE"/>
                </a:solidFill>
              </a:rPr>
              <a:t>Vessels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11752-BF55-4574-97EC-93317994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38540-82F9-4134-B507-1F2161BB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FFAFE"/>
                </a:solidFill>
              </a:defRPr>
            </a:pPr>
            <a:r>
              <a:rPr sz="1125" b="1">
                <a:solidFill>
                  <a:srgbClr val="CFFAFE"/>
                </a:solidFill>
              </a:rPr>
              <a:t>Compliance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9C712-13C3-42BB-B2C2-07DDB9A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720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884CA-9318-4497-929D-C5C5D14D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29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FFAFE"/>
                </a:solidFill>
              </a:defRPr>
            </a:pPr>
            <a:r>
              <a:rPr sz="1125" b="1">
                <a:solidFill>
                  <a:srgbClr val="CFFAFE"/>
                </a:solidFill>
              </a:rPr>
              <a:t>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5A4CD-28C1-4E07-97B2-C3E34045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Operational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C77E9-93B7-4B1C-8901-767B8AB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DC85A-B0C8-4072-9F27-95CEBB81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Profiles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ACDE6-FDC3-4FCF-AFB2-5F1B5BA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671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Structured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1435E-9E9A-4DB3-AC02-5E28915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9B6A8-7371-4568-9417-170A69E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004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Certificates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AEBE1-8361-46AA-8566-7E9DAED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6671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3DAF4-52B1-4FA4-845B-0B0D8678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E27EA-FCDB-4452-9573-0EEA1D2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291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Patrols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5DE82-4904-40CC-AFC4-FA05019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958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36FFF-1418-4645-9657-751F74A7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6720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49AC16-B660-4EBA-AC01-A2B87742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291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2557A-A098-4E64-9C98-881771C8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6958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Export-ready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3038A-7CEF-4B1C-95F5-31702DB0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Core capabilities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CFC43-59F1-4604-AD9D-1CBEC223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381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Access requests and approvals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23271-8C52-4D55-BE1A-9151A663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381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BMU setup and certificate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753407-EA8C-4FA2-B4CD-FC081764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381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Member and vessel records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6727F1-F86E-47EC-8C24-F8A2D224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381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Compliance and patrol form digitization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77A20B-0FE4-4C3B-BAA4-37EFC7FB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4381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Income, expenditure, receipts, and reports</a:t>
            </a:r>
          </a:p>
        </p:txBody>
      </p:sp>
    </p:spTree>
    <p:extLst>
      <p:ext uri="{BB962C8B-B14F-4D97-AF65-F5344CB8AC3E}">
        <p14:creationId xmlns:p14="http://schemas.microsoft.com/office/powerpoint/2010/main" val="1472570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f9dc7900d471b"/>
          <a:srcRect xmlns:a="http://schemas.openxmlformats.org/drawingml/2006/main" l="0" t="42365" r="0" b="42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F71A0-2032-4582-9CA6-4B8BDC0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7C5DF-8E24-4C3D-BABE-34027E79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ROLE-BASED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63F7D-E845-4E93-87CE-980644F5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7"/>
                </a:solidFill>
              </a:defRPr>
            </a:pPr>
            <a:r>
              <a:rPr sz="3000" b="1">
                <a:solidFill>
                  <a:srgbClr val="020617"/>
                </a:solidFill>
              </a:rPr>
              <a:t>Each user sees only the work they are allowed to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161B1-C91B-48D8-9BA8-00E1D8EB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Government, county, BMU, ranger, NGO, donor, and member access can be scoped by role and 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6BA16-1D42-4F16-8E35-FC2FFA3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6C43-ACFC-405F-949F-CB3E0BB4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6F817-BB12-4A1E-BD4C-5786C6BA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BMU 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55261-79B0-4D39-A9A3-1ABE63C1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Manage BMU setup, members, certificates, local records, patrols, and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4402D-9FF6-4314-A1F1-D8EADFD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4667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4476F-D4E7-4C4E-9326-F2B7FC2E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037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3E4DF-8E66-4A77-9CE4-73969335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KeFS / County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E2150-651F-4D95-A64E-4E45838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Review fisheries records, compliance information, and county or national oversight views.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87C2A-1BF4-4066-BB62-15C98C7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667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9ECBB-E66B-45D1-9C5B-EB6E4CC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432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E14D7-1F37-4AF9-A98C-3D0FDB5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Ranger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2012B-C477-4C34-A1AC-5388C5CE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Record patrol activity, compliance observations, and field follow-up.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F02F0-4A55-4989-9C17-4EA8D474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05250"/>
            <a:ext cx="4667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599DC-C017-4017-8D0E-7A869E3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2432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B0509-83CA-4530-8FAD-02B2DB36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NGO / Donor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FDAE0-F657-492A-85F0-ECA5AD6A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Track projects, outcomes, evidence, and impact without editing operational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FD503-D1DE-4529-91F1-5E4C9B07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28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450A4-08A0-42FB-BAC8-B97FAE9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827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3BDB1-171D-4CCF-AC41-B5B5AA44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81600"/>
            <a:ext cx="919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Member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E9757-394A-4198-B2D3-35B865A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919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View personal membership profile, documents, QR identity, and receipts where enabled.</a:t>
            </a:r>
          </a:p>
        </p:txBody>
      </p:sp>
    </p:spTree>
    <p:extLst>
      <p:ext uri="{BB962C8B-B14F-4D97-AF65-F5344CB8AC3E}">
        <p14:creationId xmlns:p14="http://schemas.microsoft.com/office/powerpoint/2010/main" val="2008356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b6efbaeab4dfe"/>
          <a:srcRect xmlns:a="http://schemas.openxmlformats.org/drawingml/2006/main" l="40229" t="0" r="40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A0326-1E81-401D-89C0-3F42D616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878D0-99FC-4F0D-B4F4-C082EB73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COMPLIANCE ADD-ON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5555E-490E-422A-9E62-7559824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7"/>
                </a:solidFill>
              </a:defRPr>
            </a:pPr>
            <a:r>
              <a:rPr sz="3000" b="1">
                <a:solidFill>
                  <a:srgbClr val="020617"/>
                </a:solidFill>
              </a:rPr>
              <a:t>Official patrol forms become structured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F6928-80F3-4799-A506-25855E2F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The compliance module is being digitized from client-provided templates while keeping officer-side and BMU-side workflows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9257D-34F4-489B-931B-DFE0DD0A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32504-BB61-454F-BAF1-8062E208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6B8AB-973F-4693-AC77-F63BA349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Officer-side FORM 1A patrol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FADD2-91E5-4229-9B2E-3314E1F7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Structured record with role-aware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7C553-BFF3-4AA3-BFC8-A0FE56DB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553E3-BBC2-4BE3-A56F-78E8E6A3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0C8AF-878C-4A1D-BBA1-4394015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BMU Patrol Reporting 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02804-DF5B-4C05-BAE9-EA93D74C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Structured record with role-aware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1D58C-3ED9-456C-A74B-6BC458B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B556D-39A2-412C-A6E4-C2900CD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26F07-213B-4C99-B1D0-CF5A9DB2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Patrol Data Capture 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523C0-D374-4AE3-BF4A-1AA6310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Structured record with role-aware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45CC9-597D-4717-B893-8F7BD80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52F43-26FD-45D2-950F-435FB25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622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E1F9A-890B-4E34-B04E-EBDA7F8B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Seizure Form planned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8AD4C-0286-4E44-8E48-479C11BA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Structured record with role-aware access.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53DBF-2444-4B37-B22D-17FACFCA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28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F2FE5-9FAF-4592-830D-4354D9CC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0175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87042-6A8A-4D45-9786-63DA4C7C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919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Attachments, audit logs, and export views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26CB3-1586-40CA-ADC8-84DAD561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38800"/>
            <a:ext cx="919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Structured record with role-aware access.</a:t>
            </a:r>
          </a:p>
        </p:txBody>
      </p:sp>
    </p:spTree>
    <p:extLst>
      <p:ext uri="{BB962C8B-B14F-4D97-AF65-F5344CB8AC3E}">
        <p14:creationId xmlns:p14="http://schemas.microsoft.com/office/powerpoint/2010/main" val="1712666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e5401f571472e"/>
          <a:srcRect xmlns:a="http://schemas.openxmlformats.org/drawingml/2006/main" l="32022" t="0" r="320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3CC38-0112-43A6-8B57-3D115CAC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EBBB4-6317-419E-BB0C-84D2E6B4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TRUST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1EEAF-B8CE-4AFC-8410-319192C3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7"/>
                </a:solidFill>
              </a:defRPr>
            </a:pPr>
            <a:r>
              <a:rPr sz="3000" b="1">
                <a:solidFill>
                  <a:srgbClr val="020617"/>
                </a:solidFill>
              </a:rPr>
              <a:t>Data stays owned by each organization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0E230-5F2A-491B-94B2-19AED3A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BLUE provides the software platform. BMUs, counties, departments, and NGOs retain control of their own operational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F2A93-EA1A-40F2-A2F0-C192492E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476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Role-based permissions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6348F-141F-4602-B9BA-6E92B7A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476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Supabase Auth and RLS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3D84-CA8B-4605-ABD9-32F69588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4476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Private document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FECBC-C83D-48BD-B75D-B591A467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476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Audit logs for key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F69F4-1BAD-41AF-AC65-74800EF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476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Client-owned infrastructure where possible</a:t>
            </a:r>
          </a:p>
        </p:txBody>
      </p:sp>
    </p:spTree>
    <p:extLst>
      <p:ext uri="{BB962C8B-B14F-4D97-AF65-F5344CB8AC3E}">
        <p14:creationId xmlns:p14="http://schemas.microsoft.com/office/powerpoint/2010/main" val="593028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3dcc9e3464a95"/>
          <a:srcRect xmlns:a="http://schemas.openxmlformats.org/drawingml/2006/main" l="0" t="43892" r="0" b="43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3E1D5-CAFA-4107-86C4-EF27F3B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97671-D37E-46FF-BB39-F0C86FA2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IMPLEMENTATION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F4F18-89AB-4FFF-AC53-DA774CC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7"/>
                </a:solidFill>
              </a:defRPr>
            </a:pPr>
            <a:r>
              <a:rPr sz="3000" b="1">
                <a:solidFill>
                  <a:srgbClr val="020617"/>
                </a:solidFill>
              </a:rPr>
              <a:t>The build is phased to protect quality and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9B42C-B663-4A4A-951F-8B345143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Each phase completes a working layer before moving to the next set of operational modules.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C2085-4BAC-4150-92D5-D207A369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866900" cy="24003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C4949-87F1-416F-855A-A253F7D6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91B2"/>
                </a:solidFill>
              </a:defRPr>
            </a:pPr>
            <a:r>
              <a:rPr sz="2850" b="1">
                <a:solidFill>
                  <a:srgbClr val="0891B2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031B6-3C39-46F0-80AA-120DBD6C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508A7-5C7D-4DAB-A8C5-34089AD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Auth, request access, approval, role routing, onboarding 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29F9F-A613-4503-AA4E-9AF7CC9A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1866900" cy="24003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FB612-7EF9-4436-B8FF-5C3DB5B9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91B2"/>
                </a:solidFill>
              </a:defRPr>
            </a:pPr>
            <a:r>
              <a:rPr sz="2850" b="1">
                <a:solidFill>
                  <a:srgbClr val="0891B2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0C6CF-DE18-4B3B-9858-295BB0E2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BMU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8860B-72B9-4FBD-A7D4-7EC90ECF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005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BMU profile, certificate upload, verification, location hierarchy.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CE15-48FF-4C82-A0A2-D7C887B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1866900" cy="24003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14296-9D22-4F3D-B279-989EA932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91B2"/>
                </a:solidFill>
              </a:defRPr>
            </a:pPr>
            <a:r>
              <a:rPr sz="2850" b="1">
                <a:solidFill>
                  <a:srgbClr val="0891B2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2308F-0AED-492A-823B-54E10397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EF98F-9839-4B10-8839-346A47C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Members, vessels, documents, meetings, income, and receipts.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02CA7-75AE-4325-AE2A-DD64B046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1866900" cy="24003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327E4-C644-49D8-8850-76AD7327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91B2"/>
                </a:solidFill>
              </a:defRPr>
            </a:pPr>
            <a:r>
              <a:rPr sz="2850" b="1">
                <a:solidFill>
                  <a:srgbClr val="0891B2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964F5-28B9-45F5-ABAA-352122B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Compliance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35FB8-2FFB-4E09-9327-211A228B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005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FORM 1A, BMU patrol, data capture, seizure forms, attachments.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4CD27-234F-40BC-98CA-A77B6EB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1866900" cy="24003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4ADD0-21DC-4AA4-A457-A5248286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91B2"/>
                </a:solidFill>
              </a:defRPr>
            </a:pPr>
            <a:r>
              <a:rPr sz="2850" b="1">
                <a:solidFill>
                  <a:srgbClr val="0891B2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212F7-9372-405C-A622-3604E9E0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019AB-A72A-4CFB-B115-A65D95D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Reports, policies, support material, QA, deployment handover.</a:t>
            </a:r>
          </a:p>
        </p:txBody>
      </p:sp>
    </p:spTree>
    <p:extLst>
      <p:ext uri="{BB962C8B-B14F-4D97-AF65-F5344CB8AC3E}">
        <p14:creationId xmlns:p14="http://schemas.microsoft.com/office/powerpoint/2010/main" val="498215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3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d5afb3b9541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00F65-1B20-4CD1-978A-7CC9348F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502DA-6140-493A-A4AB-225F8D7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1FDB6-E055-4C39-B241-2176EA69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7"/>
                </a:solidFill>
              </a:defRPr>
            </a:pPr>
            <a:r>
              <a:rPr sz="1950" b="1">
                <a:solidFill>
                  <a:srgbClr val="020617"/>
                </a:solidFill>
              </a:rPr>
              <a:t>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299D8-C5CD-4C78-A4B1-2F65BBF1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BLUE is ready to demonstrate as a serious platform, not just a website.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4055D-538E-4244-A807-F84D603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FFAFE"/>
                </a:solidFill>
              </a:defRPr>
            </a:pPr>
            <a:r>
              <a:rPr sz="1800">
                <a:solidFill>
                  <a:srgbClr val="DFFAFE"/>
                </a:solidFill>
              </a:rPr>
              <a:t>Next: approve access for reviewers, apply the latest Supabase migrations, and review the compliance form structures inside the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46051-0333-4B05-B547-029B2AF8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3524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blue-black-gamma.vercel.app</a:t>
            </a:r>
          </a:p>
        </p:txBody>
      </p:sp>
    </p:spTree>
    <p:extLst>
      <p:ext uri="{BB962C8B-B14F-4D97-AF65-F5344CB8AC3E}">
        <p14:creationId xmlns:p14="http://schemas.microsoft.com/office/powerpoint/2010/main" val="1568385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2026-07-15T11:04:04.0620000Z</dcterms:created>
  <dcterms:modified xsi:type="dcterms:W3CDTF">2026-07-15T11:04:04.0620000Z</dcterms:modified>
</coreProperties>
</file>